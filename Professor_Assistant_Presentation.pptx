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5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A0A93C-9DDF-4F1E-8E44-A340A5543F84}" v="2" dt="2026-06-06T15:42:51.0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7955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Professor Assistant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94360" y="1965960"/>
            <a:ext cx="79552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4A90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94360" y="2834640"/>
            <a:ext cx="7955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Exam Generation from a Question Bank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4297680"/>
            <a:ext cx="7955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B8C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MANIAC  |  Python Final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286000" cy="640080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2286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34640" y="1143000"/>
            <a:ext cx="5852160" cy="6400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926080" y="1143000"/>
            <a:ext cx="5669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Help professors automatically generate exams from a pre-built question bank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2286000" cy="640080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286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34640" y="2011680"/>
            <a:ext cx="5852160" cy="6400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926080" y="2011680"/>
            <a:ext cx="5669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— uses only the built-in random module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2286000" cy="640080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880360"/>
            <a:ext cx="2286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34640" y="2880360"/>
            <a:ext cx="5852160" cy="6400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926080" y="2880360"/>
            <a:ext cx="5669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question_bank.txt with Q&amp;A pairs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2286000" cy="640080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2286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834640" y="3749040"/>
            <a:ext cx="5852160" cy="6400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926080" y="3749040"/>
            <a:ext cx="5669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saved exam file with randomly selected questions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MANIAC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1097280"/>
          </a:xfrm>
          <a:prstGeom prst="rect">
            <a:avLst/>
          </a:prstGeom>
          <a:solidFill>
            <a:srgbClr val="243580"/>
          </a:solidFill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21792" y="1508760"/>
            <a:ext cx="502920" cy="502920"/>
          </a:xfrm>
          <a:prstGeom prst="ellipse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21792" y="15087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508760"/>
            <a:ext cx="3017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 Magar Ridam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097280"/>
          </a:xfrm>
          <a:prstGeom prst="rect">
            <a:avLst/>
          </a:prstGeom>
          <a:solidFill>
            <a:srgbClr val="243580"/>
          </a:solidFill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919472" y="1508760"/>
            <a:ext cx="502920" cy="502920"/>
          </a:xfrm>
          <a:prstGeom prst="ellipse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919472" y="15087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32120" y="1508760"/>
            <a:ext cx="3017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Subedi Kushal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3931920" cy="1097280"/>
          </a:xfrm>
          <a:prstGeom prst="rect">
            <a:avLst/>
          </a:prstGeom>
          <a:solidFill>
            <a:srgbClr val="243580"/>
          </a:solidFill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1822" y="3041330"/>
            <a:ext cx="502920" cy="502920"/>
          </a:xfrm>
          <a:prstGeom prst="ellipse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1822" y="3041289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971800"/>
            <a:ext cx="3017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Shrestha Anish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54880" y="2697480"/>
            <a:ext cx="3931920" cy="1097280"/>
          </a:xfrm>
          <a:prstGeom prst="rect">
            <a:avLst/>
          </a:prstGeom>
          <a:solidFill>
            <a:srgbClr val="243580"/>
          </a:solidFill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919472" y="2971800"/>
            <a:ext cx="502920" cy="502920"/>
          </a:xfrm>
          <a:prstGeom prst="ellipse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919472" y="29718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32120" y="2971800"/>
            <a:ext cx="3017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Syangtan Sameer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57192" y="3959857"/>
            <a:ext cx="3931920" cy="1097280"/>
          </a:xfrm>
          <a:prstGeom prst="rect">
            <a:avLst/>
          </a:prstGeom>
          <a:solidFill>
            <a:srgbClr val="243580"/>
          </a:solidFill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/>
          <p:nvPr/>
        </p:nvSpPr>
        <p:spPr>
          <a:xfrm>
            <a:off x="1371624" y="4256953"/>
            <a:ext cx="3017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500" b="1" dirty="0">
                <a:solidFill>
                  <a:srgbClr val="FFFFFF"/>
                </a:solidFill>
              </a:rPr>
              <a:t>MUYASSAR ARZIMATOVA</a:t>
            </a:r>
            <a:endParaRPr lang="en-US" sz="1500" dirty="0"/>
          </a:p>
        </p:txBody>
      </p:sp>
      <p:sp>
        <p:nvSpPr>
          <p:cNvPr id="23" name="Shape 11"/>
          <p:cNvSpPr/>
          <p:nvPr/>
        </p:nvSpPr>
        <p:spPr>
          <a:xfrm>
            <a:off x="621865" y="4257004"/>
            <a:ext cx="502920" cy="502920"/>
          </a:xfrm>
          <a:prstGeom prst="ellipse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6"/>
          <p:cNvSpPr/>
          <p:nvPr/>
        </p:nvSpPr>
        <p:spPr>
          <a:xfrm>
            <a:off x="621792" y="4256913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75488" y="1389888"/>
            <a:ext cx="475488" cy="475488"/>
          </a:xfrm>
          <a:prstGeom prst="ellipse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75488" y="1389888"/>
            <a:ext cx="47548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664208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C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Professor launches the program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4114800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75488" y="2578608"/>
            <a:ext cx="475488" cy="475488"/>
          </a:xfrm>
          <a:prstGeom prst="ellipse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75488" y="2578608"/>
            <a:ext cx="47548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46888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 Name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852928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C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Validates letters-only input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4114800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75488" y="3767328"/>
            <a:ext cx="475488" cy="475488"/>
          </a:xfrm>
          <a:prstGeom prst="ellipse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75488" y="3767328"/>
            <a:ext cx="47548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65760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 Bank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4041648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C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question_bank.txt Q&amp;A pairs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188720"/>
            <a:ext cx="4114800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956048" y="1389888"/>
            <a:ext cx="475488" cy="475488"/>
          </a:xfrm>
          <a:prstGeom prst="ellipse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956048" y="1389888"/>
            <a:ext cx="47548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32120" y="128016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Count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1664208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C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Professor picks number of questions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377440"/>
            <a:ext cx="4114800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956048" y="2578608"/>
            <a:ext cx="475488" cy="475488"/>
          </a:xfrm>
          <a:prstGeom prst="ellipse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956048" y="2578608"/>
            <a:ext cx="47548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246888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32120" y="2852928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C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Randomly selects unique questions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566160"/>
            <a:ext cx="4114800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956048" y="3767328"/>
            <a:ext cx="475488" cy="475488"/>
          </a:xfrm>
          <a:prstGeom prst="ellipse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956048" y="3767328"/>
            <a:ext cx="47548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32120" y="365760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 Exam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32120" y="4041648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C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Writes exam to chosen output file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Functions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243580"/>
          </a:solidFill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09728" cy="1005840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read_question_bank()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question_bank.txt, strips whitespace, validates even-line format, and returns a list of (question, answer) tuples. Returns None on errors.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8229600" cy="1005840"/>
          </a:xfrm>
          <a:prstGeom prst="rect">
            <a:avLst/>
          </a:prstGeom>
          <a:solidFill>
            <a:srgbClr val="243580"/>
          </a:solidFill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109728" cy="1005840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create_exam()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Randomly selects unique questions using index tracking. Writes numbered Q&amp;A pairs to the output file. Caps selection at available count.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243580"/>
          </a:solidFill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109728" cy="1005840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main()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11480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Controls program flow: validates professor name, loops exam creation, and displays a personalized farewell on exit.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 Bank Format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393192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Plain .txt file — one question per line, answer on the next line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Lines come in pairs: Question → Answer → Question → Answer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Blank lines are automatically skipped during processing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Odd number of lines signals an invalid file — returns None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663440" y="1051560"/>
            <a:ext cx="4023360" cy="3291840"/>
          </a:xfrm>
          <a:prstGeom prst="rect">
            <a:avLst/>
          </a:prstGeom>
          <a:solidFill>
            <a:srgbClr val="1E2761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754880" y="114300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sample  question_bank.txt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508760"/>
            <a:ext cx="384048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Who is the father of Computer science?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E9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Charles Babbage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What does CPU stand for?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E9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Central Processing Unit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BIOS stands for?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EE9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Basic Input Output System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8C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Contains 100 Q&amp;A pairs on computer science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Validation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560320" cy="685800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25603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Professor Name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143000"/>
            <a:ext cx="5486400" cy="685800"/>
          </a:xfrm>
          <a:prstGeom prst="rect">
            <a:avLst/>
          </a:prstGeom>
          <a:solidFill>
            <a:srgbClr val="243580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337560" y="1143000"/>
            <a:ext cx="5257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Must contain letters only. Spaces are stripped before check. Loop repeats until valid input is given.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2560320" cy="685800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5603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 Count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2057400"/>
            <a:ext cx="5486400" cy="685800"/>
          </a:xfrm>
          <a:prstGeom prst="rect">
            <a:avLst/>
          </a:prstGeom>
          <a:solidFill>
            <a:srgbClr val="243580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337560" y="2057400"/>
            <a:ext cx="5257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count exceeds available questions, it is automatically capped at the bank size — no crash.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2560320" cy="685800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971800"/>
            <a:ext cx="25603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Existence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2971800"/>
            <a:ext cx="5486400" cy="685800"/>
          </a:xfrm>
          <a:prstGeom prst="rect">
            <a:avLst/>
          </a:prstGeom>
          <a:solidFill>
            <a:srgbClr val="243580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337560" y="2971800"/>
            <a:ext cx="5257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read_question_bank() catches FileNotFoundError and returns None, prompting a user-friendly error message.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2560320" cy="685800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" y="3886200"/>
            <a:ext cx="25603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Format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0" y="3886200"/>
            <a:ext cx="5486400" cy="685800"/>
          </a:xfrm>
          <a:prstGeom prst="rect">
            <a:avLst/>
          </a:prstGeom>
          <a:solidFill>
            <a:srgbClr val="243580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337560" y="3886200"/>
            <a:ext cx="5257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Odd number of cleaned lines returns None — prevents incorrect Q&amp;A pairing.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17BD7CC6-2F7F-4587-8E92-D041AB2CE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E7ED1F4-19EF-4BC2-A6EA-DF1525142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0EE7C14F-442F-4416-A4A9-6DA10263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56565"/>
            <a:ext cx="9036544" cy="3069979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7AC4CCD-70AA-4916-97EA-D9C12FED1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5694289-EA59-4679-9DB4-0646321A8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2EDAD0A-6995-496D-9789-A34C66F5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CBBB211-248C-4F94-900A-80CD8D52F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8DCC953-87D5-419D-A529-94A94625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0F67D0B7-A0F4-47EB-8DF7-2630C056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3919D60-F174-4FEB-9E9D-5AF6BD659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828610" y="781954"/>
            <a:ext cx="2097346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8EF7474-F1F7-47A7-AF33-E38A86EBF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1116866"/>
            <a:ext cx="41148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B14C3B3-01E7-4DD2-80BC-D6605BDB3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29E2ED25-9BE8-462A-BE54-D3E506DBA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3E48329-07A0-4DBB-9D0C-0614AE372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BED609B4-86D5-44D5-8511-42AE9B129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C912E1BF-76C2-49D5-A5AC-1CE20255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1116866"/>
            <a:ext cx="411480" cy="549007"/>
            <a:chOff x="7029447" y="3514725"/>
            <a:chExt cx="1285875" cy="549007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84E6722B-B0C0-4A43-91F6-6E2D6E2D7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C8EAB6DA-9741-4668-8E47-957CD515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E36EC6AA-9E44-4DD2-B718-EE0411141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38DE653-B3C7-49E5-A3B0-6C00B2608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Rectangle 112">
            <a:extLst>
              <a:ext uri="{FF2B5EF4-FFF2-40B4-BE49-F238E27FC236}">
                <a16:creationId xmlns:a16="http://schemas.microsoft.com/office/drawing/2014/main" id="{90AE89EB-4F51-4181-9475-7E1048FB3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605588"/>
            <a:ext cx="4571997" cy="533439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B78285A0-9022-40FD-B520-91444BA16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485051" y="4386794"/>
            <a:ext cx="964406" cy="549007"/>
            <a:chOff x="7029447" y="3514725"/>
            <a:chExt cx="1285875" cy="54900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E2EED1A-F137-41BB-A555-7CDFF9C33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E1EC980-DEDC-41BF-995C-1D471C90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A2F9486-DC13-4EDD-82CE-7FFC6F484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46A2475-19E5-46B8-B7FE-C2CF42971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 0"/>
          <p:cNvSpPr/>
          <p:nvPr/>
        </p:nvSpPr>
        <p:spPr>
          <a:xfrm>
            <a:off x="472230" y="3028527"/>
            <a:ext cx="3830524" cy="15655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Sample Program Output</a:t>
            </a:r>
            <a:endParaRPr lang="en-US" sz="36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260AAC-932B-3436-8A9B-030C3B98E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19" y="756220"/>
            <a:ext cx="8132299" cy="1863163"/>
          </a:xfrm>
          <a:prstGeom prst="rect">
            <a:avLst/>
          </a:prstGeom>
        </p:spPr>
      </p:pic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1CD8CAA-4614-4393-ADD7-7FDFD8ABD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490746"/>
            <a:ext cx="304800" cy="322326"/>
            <a:chOff x="215328" y="-46937"/>
            <a:chExt cx="304800" cy="2773841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9F5BF84-4D12-40EB-B3CA-72B55341A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CF91815-2B4A-44C8-BAC2-6732AD11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523960DB-F7E9-40C5-BDC7-9700C71B1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A95623C8-E3C3-425E-B186-ADFF5B670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 4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7863840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46320" y="1097280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840480" cy="594360"/>
          </a:xfrm>
          <a:prstGeom prst="rect">
            <a:avLst/>
          </a:prstGeom>
          <a:solidFill>
            <a:srgbClr val="243580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5661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Preventing duplicate questions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600200"/>
            <a:ext cx="3840480" cy="594360"/>
          </a:xfrm>
          <a:prstGeom prst="rect">
            <a:avLst/>
          </a:prstGeom>
          <a:solidFill>
            <a:srgbClr val="1A3A1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983480" y="1600200"/>
            <a:ext cx="35661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used indexes in a list; loop until new index found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3840480" cy="594360"/>
          </a:xfrm>
          <a:prstGeom prst="rect">
            <a:avLst/>
          </a:prstGeom>
          <a:solidFill>
            <a:srgbClr val="243580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94360" y="2377440"/>
            <a:ext cx="35661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Handling missing or malformed files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377440"/>
            <a:ext cx="3840480" cy="594360"/>
          </a:xfrm>
          <a:prstGeom prst="rect">
            <a:avLst/>
          </a:prstGeom>
          <a:solidFill>
            <a:srgbClr val="1A3A1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83480" y="2377440"/>
            <a:ext cx="35661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try/except FileNotFoundError + even-line format check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3840480" cy="594360"/>
          </a:xfrm>
          <a:prstGeom prst="rect">
            <a:avLst/>
          </a:prstGeom>
          <a:solidFill>
            <a:srgbClr val="243580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3154680"/>
            <a:ext cx="35661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Capping question count safely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3154680"/>
            <a:ext cx="3840480" cy="594360"/>
          </a:xfrm>
          <a:prstGeom prst="rect">
            <a:avLst/>
          </a:prstGeom>
          <a:solidFill>
            <a:srgbClr val="1A3A1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 total_questions to available_questions automatically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3840480" cy="594360"/>
          </a:xfrm>
          <a:prstGeom prst="rect">
            <a:avLst/>
          </a:prstGeom>
          <a:solidFill>
            <a:srgbClr val="243580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94360" y="3931920"/>
            <a:ext cx="35661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Keeping name input valid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3931920"/>
            <a:ext cx="3840480" cy="594360"/>
          </a:xfrm>
          <a:prstGeom prst="rect">
            <a:avLst/>
          </a:prstGeom>
          <a:solidFill>
            <a:srgbClr val="1A3A1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983480" y="3931920"/>
            <a:ext cx="35661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.replace(' ','').isalpha() with a retry loop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44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71993" cy="51435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ost_object_image_189351128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>
            <a:fillRect/>
          </a:stretch>
        </p:blipFill>
        <p:spPr>
          <a:xfrm>
            <a:off x="866660" y="478321"/>
            <a:ext cx="7417356" cy="418257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8046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8046720" cy="36576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804672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Automates exam creation — saves professors significant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Robust error handling for missing files and bad input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Guarantees no duplicate questions per exam session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Simple, clean Python design using only the random module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Scalable: question bank can be expanded at any time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4389120"/>
            <a:ext cx="8046720" cy="457200"/>
          </a:xfrm>
          <a:prstGeom prst="rect">
            <a:avLst/>
          </a:prstGeom>
          <a:solidFill>
            <a:srgbClr val="243580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4389120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8C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MANIAC — Professor Assistant v1.0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74BF4C814DDF1429D6C293BA224A3F3" ma:contentTypeVersion="4" ma:contentTypeDescription="새 문서를 만듭니다." ma:contentTypeScope="" ma:versionID="de3f4cd30982f433793d0a73becae3de">
  <xsd:schema xmlns:xsd="http://www.w3.org/2001/XMLSchema" xmlns:xs="http://www.w3.org/2001/XMLSchema" xmlns:p="http://schemas.microsoft.com/office/2006/metadata/properties" xmlns:ns3="bd8715bf-d0a4-4c6e-9c8b-69be5c99d4a7" targetNamespace="http://schemas.microsoft.com/office/2006/metadata/properties" ma:root="true" ma:fieldsID="87db0d9075c9fa5600bc442e4fac70fc" ns3:_="">
    <xsd:import namespace="bd8715bf-d0a4-4c6e-9c8b-69be5c99d4a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8715bf-d0a4-4c6e-9c8b-69be5c99d4a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595CE14-333F-45AC-9ABF-8AB65137E6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8715bf-d0a4-4c6e-9c8b-69be5c99d4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81A25E3-A1BC-4287-A0BB-472A259CA1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E6F8D6-A292-4845-8331-E4419ECA69D1}">
  <ds:schemaRefs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bd8715bf-d0a4-4c6e-9c8b-69be5c99d4a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512</Words>
  <Application>Microsoft Office PowerPoint</Application>
  <PresentationFormat>On-screen Show (16:9)</PresentationFormat>
  <Paragraphs>103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Professor Assistant Program</dc:title>
  <dc:subject>PptxGenJS Presentation</dc:subject>
  <dc:creator>PptxGenJS</dc:creator>
  <cp:lastModifiedBy>알레마가르리잔</cp:lastModifiedBy>
  <cp:revision>3</cp:revision>
  <dcterms:created xsi:type="dcterms:W3CDTF">2026-06-02T02:14:11Z</dcterms:created>
  <dcterms:modified xsi:type="dcterms:W3CDTF">2026-06-07T13:58:27Z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5D83406316C5449180E456F2F751191D_12</vt:lpwstr>
  </property>
  <property fmtid="{D5CDD505-2E9C-101B-9397-08002B2CF9AE}" pid="3" name="KSOProductBuildVer">
    <vt:lpwstr>2052-12.9.0.26862</vt:lpwstr>
  </property>
  <property fmtid="{D5CDD505-2E9C-101B-9397-08002B2CF9AE}" pid="4" name="ContentTypeId">
    <vt:lpwstr>0x010100574BF4C814DDF1429D6C293BA224A3F3</vt:lpwstr>
  </property>
</Properties>
</file>